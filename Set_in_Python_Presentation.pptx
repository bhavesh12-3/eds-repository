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set is a collection of unique elements.</a:t>
            </a:r>
          </a:p>
          <a:p>
            <a:r>
              <a:t>No duplicate values allowed.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Unordered</a:t>
            </a:r>
          </a:p>
          <a:p>
            <a:r>
              <a:t>• No duplicates</a:t>
            </a:r>
          </a:p>
          <a:p>
            <a:r>
              <a:t>• Defined using {}</a:t>
            </a:r>
          </a:p>
          <a:p>
            <a:r>
              <a:t>• Mutable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numbers = {1, 2, 2, 3, 4}</a:t>
            </a:r>
          </a:p>
          <a:p>
            <a:r>
              <a:t>print(numbers)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Output:</a:t>
            </a:r>
          </a:p>
          <a:p>
            <a:r>
              <a:t>{1, 2, 3, 4}</a:t>
            </a:r>
          </a:p>
          <a:p>
            <a:r>
              <a:t>Duplicate values are removed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Basic Operation</a:t>
            </a:r>
          </a:p>
          <a:p>
            <a:r>
              <a:rPr dirty="0"/>
              <a:t> add() → Add element</a:t>
            </a:r>
          </a:p>
          <a:p>
            <a:r>
              <a:rPr dirty="0"/>
              <a:t>remove() → Remove element</a:t>
            </a:r>
            <a:endParaRPr lang="en-US" dirty="0"/>
          </a:p>
          <a:p>
            <a:r>
              <a:rPr lang="en-IN" dirty="0"/>
              <a:t>Discard() → Remove without error</a:t>
            </a:r>
          </a:p>
          <a:p>
            <a:r>
              <a:rPr lang="en-US" dirty="0"/>
              <a:t>Pop()</a:t>
            </a:r>
            <a:r>
              <a:rPr lang="en-IN" dirty="0"/>
              <a:t> →Remove random element </a:t>
            </a:r>
          </a:p>
          <a:p>
            <a:r>
              <a:rPr lang="en-IN" dirty="0"/>
              <a:t>Clear() →Remove all element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numbers.add(5)</a:t>
            </a:r>
          </a:p>
          <a:p>
            <a:r>
              <a:t>numbers.remove(1)</a:t>
            </a:r>
          </a:p>
          <a:p>
            <a:r>
              <a:t>print(numbers)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Life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Unique student IDs</a:t>
            </a:r>
          </a:p>
          <a:p>
            <a:r>
              <a:t>• Unique email addresses</a:t>
            </a:r>
          </a:p>
          <a:p>
            <a:r>
              <a:t>• Remove duplicates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is useful for storing unique data.</a:t>
            </a:r>
          </a:p>
          <a:p>
            <a:r>
              <a:t>Easy to use and efficient.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148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Set in Python</vt:lpstr>
      <vt:lpstr>Features of Set</vt:lpstr>
      <vt:lpstr>Creating a Set</vt:lpstr>
      <vt:lpstr>Output</vt:lpstr>
      <vt:lpstr>Set Operations</vt:lpstr>
      <vt:lpstr>Example</vt:lpstr>
      <vt:lpstr>Real Life Use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Bhavesh Chaudhari</cp:lastModifiedBy>
  <cp:revision>2</cp:revision>
  <dcterms:created xsi:type="dcterms:W3CDTF">2013-01-27T09:14:16Z</dcterms:created>
  <dcterms:modified xsi:type="dcterms:W3CDTF">2026-03-30T14:17:41Z</dcterms:modified>
  <cp:category/>
</cp:coreProperties>
</file>